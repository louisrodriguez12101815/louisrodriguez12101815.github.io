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71C5"/>
            </a:gs>
            <a:gs pos="100000">
              <a:srgbClr val="00477C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 rot="2700000">
            <a:off x="479955" y="541103"/>
            <a:ext cx="1727219" cy="1688423"/>
          </a:xfrm>
          <a:prstGeom prst="roundRect">
            <a:avLst/>
          </a:prstGeom>
          <a:solidFill>
            <a:srgbClr val="FFFFFF">
              <a:lumMod val="80000"/>
              <a:lumOff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 rot="1800000">
            <a:off x="7177632" y="4417144"/>
            <a:ext cx="1844462" cy="1772752"/>
          </a:xfrm>
          <a:prstGeom prst="roundRect">
            <a:avLst/>
          </a:prstGeom>
          <a:solidFill>
            <a:srgbClr val="FFFFFF">
              <a:lumMod val="85000"/>
              <a:lumOff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INTEL CORPORATION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E6E6E6"/>
                </a:solidFill>
              </a:defRPr>
            </a:pPr>
            <a:r>
              <a:t>Powering Innovation for Over 50 Years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4389120"/>
            <a:ext cx="4572000" cy="1828800"/>
          </a:xfrm>
          <a:prstGeom prst="roundRect">
            <a:avLst/>
          </a:prstGeom>
          <a:solidFill>
            <a:srgbClr val="FFFFFF">
              <a:lumMod val="90000"/>
              <a:lumOff val="10000"/>
            </a:srgbClr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471474" y="4572000"/>
            <a:ext cx="2201052" cy="136960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 dirty="0"/>
              <a:t>GROUP MEMBERS:</a:t>
            </a:r>
          </a:p>
          <a:p>
            <a:pPr algn="ctr">
              <a:spcBef>
                <a:spcPts val="600"/>
              </a:spcBef>
              <a:defRPr sz="1600">
                <a:solidFill>
                  <a:srgbClr val="F0F0F0"/>
                </a:solidFill>
              </a:defRPr>
            </a:pPr>
            <a:r>
              <a:rPr lang="en-US" dirty="0">
                <a:highlight>
                  <a:srgbClr val="000000"/>
                </a:highlight>
              </a:rPr>
              <a:t>Juliette Riveron</a:t>
            </a:r>
            <a:endParaRPr dirty="0">
              <a:highlight>
                <a:srgbClr val="000000"/>
              </a:highlight>
            </a:endParaRPr>
          </a:p>
          <a:p>
            <a:pPr algn="ctr">
              <a:spcBef>
                <a:spcPts val="600"/>
              </a:spcBef>
              <a:defRPr sz="1600">
                <a:solidFill>
                  <a:srgbClr val="F0F0F0"/>
                </a:solidFill>
              </a:defRPr>
            </a:pPr>
            <a:r>
              <a:rPr lang="en-US" dirty="0">
                <a:highlight>
                  <a:srgbClr val="000000"/>
                </a:highlight>
              </a:rPr>
              <a:t>Samuel Sierra</a:t>
            </a:r>
            <a:endParaRPr dirty="0">
              <a:highlight>
                <a:srgbClr val="000000"/>
              </a:highlight>
            </a:endParaRPr>
          </a:p>
          <a:p>
            <a:pPr algn="ctr">
              <a:spcBef>
                <a:spcPts val="600"/>
              </a:spcBef>
              <a:defRPr sz="1600">
                <a:solidFill>
                  <a:srgbClr val="F0F0F0"/>
                </a:solidFill>
              </a:defRPr>
            </a:pPr>
            <a:r>
              <a:rPr lang="en-US" dirty="0">
                <a:highlight>
                  <a:srgbClr val="000000"/>
                </a:highlight>
              </a:rPr>
              <a:t>Louis Rodriguez</a:t>
            </a:r>
            <a:endParaRPr dirty="0">
              <a:highlight>
                <a:srgbClr val="0000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5F8FC"/>
            </a:gs>
            <a:gs pos="100000">
              <a:srgbClr val="FFFFFF"/>
            </a:gs>
          </a:gsLst>
          <a:lin ang="135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COMPANY OVERVIEW</a:t>
            </a:r>
          </a:p>
        </p:txBody>
      </p:sp>
      <p:sp>
        <p:nvSpPr>
          <p:cNvPr id="4" name="Rounded Rectangle 3"/>
          <p:cNvSpPr/>
          <p:nvPr/>
        </p:nvSpPr>
        <p:spPr>
          <a:xfrm rot="900000">
            <a:off x="8229600" y="1371600"/>
            <a:ext cx="914400" cy="914400"/>
          </a:xfrm>
          <a:prstGeom prst="roundRect">
            <a:avLst/>
          </a:prstGeom>
          <a:solidFill>
            <a:srgbClr val="0071C5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 rot="20400000">
            <a:off x="182880" y="5486400"/>
            <a:ext cx="731520" cy="731520"/>
          </a:xfrm>
          <a:prstGeom prst="roundRect">
            <a:avLst/>
          </a:prstGeom>
          <a:solidFill>
            <a:srgbClr val="0071C5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371600" y="1371600"/>
            <a:ext cx="64008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554480" y="1508760"/>
            <a:ext cx="457200" cy="457200"/>
          </a:xfrm>
          <a:prstGeom prst="ellipse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94560" y="1463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71C5"/>
                </a:solidFill>
              </a:defRPr>
            </a:pPr>
            <a:r>
              <a:t>FOUNDERS: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691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Robert Noyce and Gordon Moore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2286000"/>
            <a:ext cx="64008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554480" y="2423160"/>
            <a:ext cx="457200" cy="457200"/>
          </a:xfrm>
          <a:prstGeom prst="ellipse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94560" y="23774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71C5"/>
                </a:solidFill>
              </a:defRPr>
            </a:pPr>
            <a:r>
              <a:t>FOUNDED: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606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July 18, 1968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3200400"/>
            <a:ext cx="64008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554480" y="3337560"/>
            <a:ext cx="457200" cy="457200"/>
          </a:xfrm>
          <a:prstGeom prst="ellipse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94560" y="32918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71C5"/>
                </a:solidFill>
              </a:defRPr>
            </a:pPr>
            <a:r>
              <a:t>LOCATION: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3520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Santa Clara, California, USA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4114800"/>
            <a:ext cx="64008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554480" y="4251960"/>
            <a:ext cx="457200" cy="457200"/>
          </a:xfrm>
          <a:prstGeom prst="ellipse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194560" y="4206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71C5"/>
                </a:solidFill>
              </a:defRPr>
            </a:pPr>
            <a:r>
              <a:t>EMPLOYEES: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4434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Approximately 108,900 worldwide (2026)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0" y="5029200"/>
            <a:ext cx="6400800" cy="93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554480" y="5166360"/>
            <a:ext cx="457200" cy="457200"/>
          </a:xfrm>
          <a:prstGeom prst="ellipse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94560" y="51206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71C5"/>
                </a:solidFill>
              </a:defRPr>
            </a:pPr>
            <a:r>
              <a:t>STOCK: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5349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rPr dirty="0"/>
              <a:t>NASDAQ: INTC - $39.37/share</a:t>
            </a:r>
          </a:p>
          <a:p>
            <a:r>
              <a:rPr dirty="0"/>
              <a:t>Market Cap: $192.35 Billion USD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65</Words>
  <Application>Microsoft Office PowerPoint</Application>
  <PresentationFormat>On-screen Show (4:3)</PresentationFormat>
  <Paragraphs>18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Louis Rodriguez</cp:lastModifiedBy>
  <cp:revision>2</cp:revision>
  <dcterms:created xsi:type="dcterms:W3CDTF">2013-01-27T09:14:16Z</dcterms:created>
  <dcterms:modified xsi:type="dcterms:W3CDTF">2026-01-07T01:16:12Z</dcterms:modified>
  <cp:category/>
</cp:coreProperties>
</file>