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1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391CD-7A14-4DC7-A862-29E5A5A5E94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311C2-53BD-49C9-B8A1-2DE743549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5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MOORE'S LAW: INTEL'S GIFT TO TECHNOLOGY</a:t>
            </a:r>
          </a:p>
          <a:p>
            <a:endParaRPr lang="en-US"/>
          </a:p>
          <a:p>
            <a:r>
              <a:rPr lang="en-US"/>
              <a:t>In 1965, Intel co-founder Gordon Moore predicted that transistor density would double every two years. For six decades, Intel has driven this exponential growth in computing power, enabling:</a:t>
            </a:r>
          </a:p>
          <a:p>
            <a:endParaRPr lang="en-US"/>
          </a:p>
          <a:p>
            <a:r>
              <a:rPr lang="en-US"/>
              <a:t>• Affordable personal computers for billions worldwide</a:t>
            </a:r>
          </a:p>
          <a:p>
            <a:r>
              <a:rPr lang="en-US"/>
              <a:t>• Medical breakthroughs through advanced research computing</a:t>
            </a:r>
          </a:p>
          <a:p>
            <a:r>
              <a:rPr lang="en-US"/>
              <a:t>• Global connectivity and the internet revolution</a:t>
            </a:r>
          </a:p>
          <a:p>
            <a:r>
              <a:rPr lang="en-US"/>
              <a:t>• AI and machine learning innovations transforming industries</a:t>
            </a:r>
          </a:p>
          <a:p>
            <a:endParaRPr lang="en-US"/>
          </a:p>
          <a:p>
            <a:r>
              <a:rPr lang="en-US"/>
              <a:t>CURRENT LEADERSHIP: LIP-BU TAN'S VISION (2025-PRESENT)</a:t>
            </a:r>
          </a:p>
          <a:p>
            <a:endParaRPr lang="en-US"/>
          </a:p>
          <a:p>
            <a:r>
              <a:rPr lang="en-US"/>
              <a:t>Democratizing AI Technology:</a:t>
            </a:r>
          </a:p>
          <a:p>
            <a:r>
              <a:rPr lang="en-US"/>
              <a:t>• Partnership with Hugging Face to make AI accessible</a:t>
            </a:r>
          </a:p>
          <a:p>
            <a:r>
              <a:rPr lang="en-US"/>
              <a:t>• Reducing AI deployment costs for businesses</a:t>
            </a:r>
          </a:p>
          <a:p>
            <a:r>
              <a:rPr lang="en-US"/>
              <a:t>• Open-source tools enabling innovation</a:t>
            </a:r>
          </a:p>
          <a:p>
            <a:endParaRPr lang="en-US"/>
          </a:p>
          <a:p>
            <a:r>
              <a:rPr lang="en-US"/>
              <a:t>Investing in Domestic Infrastructure:</a:t>
            </a:r>
          </a:p>
          <a:p>
            <a:r>
              <a:rPr lang="en-US"/>
              <a:t>Intel unveiled Core Ultra Series 3 processors at CES 2026, the first AI PC platform built on Intel 18A process technology - the most advanced semiconductor process ever manufactured in the United States.</a:t>
            </a:r>
          </a:p>
          <a:p>
            <a:endParaRPr lang="en-US"/>
          </a:p>
          <a:p>
            <a:r>
              <a:rPr lang="en-US"/>
              <a:t>• CHIPS Act investments creating American jobs</a:t>
            </a:r>
          </a:p>
          <a:p>
            <a:r>
              <a:rPr lang="en-US"/>
              <a:t>• National security through domestic production</a:t>
            </a:r>
          </a:p>
          <a:p>
            <a:r>
              <a:rPr lang="en-US"/>
              <a:t>• Intel shares gained 84% in 2025</a:t>
            </a:r>
          </a:p>
          <a:p>
            <a:endParaRPr lang="en-US"/>
          </a:p>
          <a:p>
            <a:r>
              <a:rPr lang="en-US"/>
              <a:t>Sustainable Manufacturing:</a:t>
            </a:r>
          </a:p>
          <a:p>
            <a:r>
              <a:rPr lang="en-US"/>
              <a:t>• Net-zero emissions commitment</a:t>
            </a:r>
          </a:p>
          <a:p>
            <a:r>
              <a:rPr lang="en-US"/>
              <a:t>• Renewable energy investments</a:t>
            </a:r>
          </a:p>
          <a:p>
            <a:endParaRPr lang="en-US"/>
          </a:p>
          <a:p>
            <a:r>
              <a:rPr lang="en-US"/>
              <a:t>Workforce Development:</a:t>
            </a:r>
          </a:p>
          <a:p>
            <a:r>
              <a:rPr lang="en-US"/>
              <a:t>• STEM education reaching 250+ schools</a:t>
            </a:r>
          </a:p>
          <a:p>
            <a:r>
              <a:rPr lang="en-US"/>
              <a:t>• Diversity in technology careers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311C2-53BD-49C9-B8A1-2DE7435499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73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5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8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3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7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6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5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8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2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8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561AB-6275-43EE-A2D0-F5C97269C5F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B6D29-5964-4ACB-B806-6908E9B63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8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moores-la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nn.com/2026/01/08/tech/comeback-intel-ai-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60D15-22FC-D8EB-99AF-8108C04E814D}"/>
              </a:ext>
            </a:extLst>
          </p:cNvPr>
          <p:cNvSpPr txBox="1"/>
          <p:nvPr/>
        </p:nvSpPr>
        <p:spPr>
          <a:xfrm>
            <a:off x="635000" y="381000"/>
            <a:ext cx="11176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400" b="1"/>
              <a:t>Intel: Working for the Greater Good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40D46-6F1E-E8AA-2AA8-FE97B3B8B569}"/>
              </a:ext>
            </a:extLst>
          </p:cNvPr>
          <p:cNvSpPr txBox="1"/>
          <p:nvPr/>
        </p:nvSpPr>
        <p:spPr>
          <a:xfrm>
            <a:off x="635000" y="1778000"/>
            <a:ext cx="5080000" cy="2800767"/>
          </a:xfrm>
          <a:prstGeom prst="rect">
            <a:avLst/>
          </a:prstGeom>
          <a:solidFill>
            <a:srgbClr val="E6E6E6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600" b="1"/>
              <a:t>Moore's Law:</a:t>
            </a:r>
          </a:p>
          <a:p>
            <a:pPr algn="ctr"/>
            <a:r>
              <a:rPr lang="en-US" sz="1600" b="1"/>
              <a:t>Developing Knowledge</a:t>
            </a:r>
          </a:p>
          <a:p>
            <a:pPr algn="ctr"/>
            <a:r>
              <a:rPr lang="en-US" sz="1600" b="1"/>
              <a:t>Society Can Use</a:t>
            </a:r>
          </a:p>
          <a:p>
            <a:pPr algn="ctr"/>
            <a:endParaRPr lang="en-US" sz="1600" b="1"/>
          </a:p>
          <a:p>
            <a:pPr algn="ctr"/>
            <a:r>
              <a:rPr lang="en-US" sz="1600" b="1"/>
              <a:t>Transistor density doubles every</a:t>
            </a:r>
          </a:p>
          <a:p>
            <a:pPr algn="ctr"/>
            <a:r>
              <a:rPr lang="en-US" sz="1600" b="1"/>
              <a:t>two years, enabling:</a:t>
            </a:r>
          </a:p>
          <a:p>
            <a:pPr algn="ctr"/>
            <a:endParaRPr lang="en-US" sz="1600" b="1"/>
          </a:p>
          <a:p>
            <a:pPr algn="ctr"/>
            <a:r>
              <a:rPr lang="en-US" sz="1600" b="1"/>
              <a:t>• Affordable computing</a:t>
            </a:r>
          </a:p>
          <a:p>
            <a:pPr algn="ctr"/>
            <a:r>
              <a:rPr lang="en-US" sz="1600" b="1"/>
              <a:t>• Medical breakthroughs</a:t>
            </a:r>
          </a:p>
          <a:p>
            <a:pPr algn="ctr"/>
            <a:r>
              <a:rPr lang="en-US" sz="1600" b="1"/>
              <a:t>• Global connectivity</a:t>
            </a:r>
          </a:p>
          <a:p>
            <a:pPr algn="ctr"/>
            <a:r>
              <a:rPr lang="en-US" sz="1600" b="1"/>
              <a:t>• AI innovations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68D82-C5A4-748B-8989-21D9092D512F}"/>
              </a:ext>
            </a:extLst>
          </p:cNvPr>
          <p:cNvSpPr txBox="1"/>
          <p:nvPr/>
        </p:nvSpPr>
        <p:spPr>
          <a:xfrm>
            <a:off x="635000" y="5080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  <a:hlinkClick r:id="rId3"/>
              </a:rPr>
              <a:t>ourworldindata.org/moores-law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1711C-FA02-054A-F75A-56BD2922B0CF}"/>
              </a:ext>
            </a:extLst>
          </p:cNvPr>
          <p:cNvSpPr txBox="1"/>
          <p:nvPr/>
        </p:nvSpPr>
        <p:spPr>
          <a:xfrm>
            <a:off x="6477000" y="1778000"/>
            <a:ext cx="5080000" cy="2800767"/>
          </a:xfrm>
          <a:prstGeom prst="rect">
            <a:avLst/>
          </a:prstGeom>
          <a:solidFill>
            <a:srgbClr val="0D70C0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American Manufacturing: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Investing in Domestic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Infrastructure</a:t>
            </a:r>
          </a:p>
          <a:p>
            <a:pPr algn="ctr"/>
            <a:endParaRPr lang="en-US" sz="1600" b="1">
              <a:solidFill>
                <a:srgbClr val="FFFFFF"/>
              </a:solidFill>
            </a:endParaRP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Intel 18A process - most advanced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semiconductor made in USA:</a:t>
            </a:r>
          </a:p>
          <a:p>
            <a:pPr algn="ctr"/>
            <a:endParaRPr lang="en-US" sz="1600" b="1">
              <a:solidFill>
                <a:srgbClr val="FFFFFF"/>
              </a:solidFill>
            </a:endParaRP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• CHIPS Act investments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• Creating American jobs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• National security</a:t>
            </a:r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• Supply chain resilience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741C4-A7FB-E92B-65A2-F8FF043E1B15}"/>
              </a:ext>
            </a:extLst>
          </p:cNvPr>
          <p:cNvSpPr txBox="1"/>
          <p:nvPr/>
        </p:nvSpPr>
        <p:spPr>
          <a:xfrm>
            <a:off x="6477000" y="5080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  <a:hlinkClick r:id="rId4"/>
              </a:rPr>
              <a:t>cnn.com/intel-ai-ces-2026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50BA518-F083-61C6-D6F2-04BB271666AB}"/>
              </a:ext>
            </a:extLst>
          </p:cNvPr>
          <p:cNvSpPr/>
          <p:nvPr/>
        </p:nvSpPr>
        <p:spPr>
          <a:xfrm>
            <a:off x="5461000" y="3175000"/>
            <a:ext cx="762000" cy="254000"/>
          </a:xfrm>
          <a:prstGeom prst="downArrow">
            <a:avLst/>
          </a:prstGeom>
          <a:gradFill flip="none" rotWithShape="1">
            <a:gsLst>
              <a:gs pos="0">
                <a:srgbClr val="00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77DC0-2A25-82BE-D949-F7241F65A7B4}"/>
              </a:ext>
            </a:extLst>
          </p:cNvPr>
          <p:cNvSpPr txBox="1"/>
          <p:nvPr/>
        </p:nvSpPr>
        <p:spPr>
          <a:xfrm>
            <a:off x="635000" y="5715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i="1"/>
              <a:t>Intel's 60-year legacy of technological innovation continues under CEO Lip-Bu Tan's leadership</a:t>
            </a:r>
          </a:p>
        </p:txBody>
      </p:sp>
    </p:spTree>
    <p:extLst>
      <p:ext uri="{BB962C8B-B14F-4D97-AF65-F5344CB8AC3E}">
        <p14:creationId xmlns:p14="http://schemas.microsoft.com/office/powerpoint/2010/main" val="3435095970"/>
      </p:ext>
    </p:extLst>
  </p:cSld>
  <p:clrMapOvr>
    <a:masterClrMapping/>
  </p:clrMapOvr>
</p:sld>
</file>

<file path=ppt/theme/theme1.xml><?xml version="1.0" encoding="utf-8"?>
<a:theme xmlns:a="http://schemas.openxmlformats.org/drawingml/2006/main" name="Intel_Presentation_Dynam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Intel_Presentation_Dynamic</Template>
  <TotalTime>0</TotalTime>
  <Words>282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Intel_Presentation_Dynamic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 Rodriguez</dc:creator>
  <cp:lastModifiedBy>Louis Rodriguez</cp:lastModifiedBy>
  <cp:revision>1</cp:revision>
  <dcterms:created xsi:type="dcterms:W3CDTF">2026-01-09T01:01:06Z</dcterms:created>
  <dcterms:modified xsi:type="dcterms:W3CDTF">2026-01-09T01:01:07Z</dcterms:modified>
</cp:coreProperties>
</file>